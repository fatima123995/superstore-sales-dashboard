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-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F0150-1E15-4731-8575-1E108EBE97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ABD187-6D01-4908-88A1-A9A9DD701A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AC6D5A-A456-481D-B280-F6AB3EB2F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5BFFC-8CB9-42EF-A934-70C9B8AFEFCF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D5CBFF-FBC9-4163-85BB-ECD44C066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4768E3-1981-420E-A54D-6B0A31C61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D215-2989-4ED8-82AC-529812885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8055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6EA7C-75F5-499B-81EA-5F36E0614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0C9902-7C0B-40FD-9D96-4EBB9B85AE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08D463-8158-42BD-87C4-CE247A3B6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5BFFC-8CB9-42EF-A934-70C9B8AFEFCF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82DEF8-64A6-4184-BF6C-06664328C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FFAEB5-4402-4428-AC7E-1619A6EE4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D215-2989-4ED8-82AC-529812885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0309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DECD0-2FEF-4611-9F2C-35F346FB2E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E6D978-50B0-4F64-955F-97868327DB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C1A353-903E-4E4C-9DD7-0F9E7CF68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5BFFC-8CB9-42EF-A934-70C9B8AFEFCF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F9BBA1-E4E5-4F44-BFEC-2918D94C0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88BCED-36E7-4FDB-9D30-48BB2BD3A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D215-2989-4ED8-82AC-529812885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1910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71F22-6094-4DFF-9E79-8AADE059E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D2CFB2-F02A-4F99-BC4A-87412AF752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DB58D6-A987-4D33-8518-630BE06BB2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46DC16-2284-4CC0-AB99-C330BCEFE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5BFFC-8CB9-42EF-A934-70C9B8AFEFCF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A027E6-B69D-41D0-9FE4-3B0FD6F20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5C4C89-3743-4D31-8D3D-A46D4AF2B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D215-2989-4ED8-82AC-529812885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334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F0D1F-FB56-44FA-A261-01D847F9A3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A27B50-F650-44C1-9629-ABFB722B09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0262FF-C2AF-4FB2-922A-7A194DD2EC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E5C27E-1F8C-4F47-89EB-67A050FEA1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FDAD84-CF7A-48AA-B137-EAB25FFBA2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F8A30D-183B-4DF1-A8A8-543B6C0AB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5BFFC-8CB9-42EF-A934-70C9B8AFEFCF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4C6A1D-29AC-40E0-BF7F-38DE873A2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B87CBA-D2B0-4BEB-AC9E-6AC85A2B0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D215-2989-4ED8-82AC-529812885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3287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412A0-B145-4575-B181-7CA434A8B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F00AE6-FC5E-4137-BF26-AD56EA3E4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5BFFC-8CB9-42EF-A934-70C9B8AFEFCF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A8F7C3-7FD9-4A82-9EBF-ABFA44BAB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704659-15D1-43B7-BB9C-64083DB3D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D215-2989-4ED8-82AC-529812885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515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346736-B799-4F18-AD6F-ACA5A5BB2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5BFFC-8CB9-42EF-A934-70C9B8AFEFCF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425011-AD4B-47B8-B6A0-B9CCEA897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94C5CF-5732-4A70-8B57-2B6AE65C1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D215-2989-4ED8-82AC-529812885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5320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117EA-6177-4370-AC0E-EF0108714F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578EAA-5A45-4A75-A04C-3289828C93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BC2927-911A-4757-85CF-008735FB40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953D22-B2E0-45EC-8175-FA8B57E2D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5BFFC-8CB9-42EF-A934-70C9B8AFEFCF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F4EFFA-5FD5-4FD1-ABDC-9A0D1BF3E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C2BC1F-4040-4365-ABD3-1943482E2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D215-2989-4ED8-82AC-529812885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0530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4CBAB-535F-4F5E-A706-B8A487FD6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D2C097-0474-4A87-9DD4-24E20BFDE9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6838D6-8658-413E-949C-C0AA5C011E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8141AB-6F6C-49E6-8CED-35C7C9BD8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5BFFC-8CB9-42EF-A934-70C9B8AFEFCF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CAF5B8-40F7-4216-BEC0-23DAE2B6C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A50875-558F-44F5-928F-A44606DA9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D215-2989-4ED8-82AC-529812885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5217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E8612-76ED-4CDA-8C7C-65ACB507F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9D7052-D180-4917-A4D5-175293414A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2CB839-99A7-4638-87E4-21657864C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5BFFC-8CB9-42EF-A934-70C9B8AFEFCF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5537FC-3446-41E7-9970-FEDBCBAED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72C052-817C-4547-A811-5A8BF2474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D215-2989-4ED8-82AC-529812885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235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3AF2F5-DC14-4C0A-A06A-0C5E5AC476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24ED71-D2DB-44EB-9EBF-C446B68453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263C8C-F3B8-4789-8D23-DF4CF72AC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5BFFC-8CB9-42EF-A934-70C9B8AFEFCF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DF9CDD-165C-41FD-97EF-E8FD17798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B7FCE7-13E4-4921-B3B7-D4B335207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D215-2989-4ED8-82AC-529812885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1083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E4665C-8322-4CB4-BDB1-EBD6DBBBC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1A3365-81C5-40FD-80ED-C0B02F0C33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638FD2-A69B-4444-A137-ECEFDC04C3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75BFFC-8CB9-42EF-A934-70C9B8AFEFCF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356613-DC7A-4F49-A0DB-65427D87C9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38B722-C55F-4873-8A33-D2CF215B56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B4D215-2989-4ED8-82AC-529812885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152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95B4D-D29D-40F3-844B-8F3C7752E9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381223-75E7-43BD-BE3E-01CB4AFF8AD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80CF1AC-F9D9-46A3-AE3D-5DD639257E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982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39483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fatima rana</dc:creator>
  <cp:lastModifiedBy>fatima rana</cp:lastModifiedBy>
  <cp:revision>1</cp:revision>
  <dcterms:created xsi:type="dcterms:W3CDTF">2026-02-21T20:15:43Z</dcterms:created>
  <dcterms:modified xsi:type="dcterms:W3CDTF">2026-02-21T20:16:06Z</dcterms:modified>
</cp:coreProperties>
</file>